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4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4717E-4E5E-D054-E43B-454527DDB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F039A8F-F94B-6A88-67AA-70E1DACA3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B2CA5-DF38-75EC-9564-732A7194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3A4A7C-6A22-01A0-4B46-791F5F39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CCE3BA-C14C-D414-3771-FFE90A56C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138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80B9E-D8B9-562D-B3C1-8F2926AA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C0A93F-E6AD-56B2-CA85-A0EFF56BA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ABC33-FCA5-370E-21F8-8BB8A6E4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7096D6-BB0A-161C-5E63-EFF19FCBE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DFF02E-4286-268A-1EDA-15EDF7B3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565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D6DD6F-C4AA-63BF-D134-21D5AA1E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1B5702-0DA2-427C-7512-AA5F66D63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9877DE-532F-C811-97BB-04CB9349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0D59E2-F1FB-A488-8C79-1E334773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562C0A-61E4-F0E0-247C-CBE13AA7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48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C27E82-E0B9-24ED-56BA-CE35B9323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F3E8A7-DF8F-ABC5-93EA-5932D8F3E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0352A9-3ED6-7253-D8C5-A7838646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CDBDD7-0283-B94D-1D21-5A4CC0EAD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F90C51-58D1-2838-304D-2B3F9AF8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593D0FF-C248-81DF-98A6-690075DE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8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2D6477-A20A-B2FD-F0A1-C2BDB6BFF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C85B9B-7989-BAA2-CC25-72CCEEB4C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ACB45D-50A7-9626-1C0C-C228E2CB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F638E5-ED0A-F556-45C8-9F0E38BAE3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6F2C3-5CDD-50B4-09E4-6A84BA15B4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9D8E489-85BD-EB8D-F944-902D281A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614089-94F0-2196-F0CB-0DB1CE4A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A4E0AA1-EF4B-FB33-9687-6AADB953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41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0FFC8-B091-E1BE-3FBF-951D6E2FD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327298-2918-075A-8D4D-DEB10A74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0332F5-E181-D31E-C0A7-A70D1621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6410B8-632B-3F5D-6216-396C3A5E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13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53F945-C613-E816-BDA3-45591B7A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ADEADB-D191-77C3-C6A6-EBC3397C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EF73A4-726D-DBDB-FCCA-DAD65340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2975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6CB06-02B0-8129-F3DA-08BF10C0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3DA5EA-D7DB-A5A9-1005-8C978290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3F8749-5D48-696D-8FCA-FA01C3F68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1DA983-AFED-889C-CBF7-9B7CFCEE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ED52DB-8E0E-A999-CF45-35C02409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EEA1F-FEEB-3DF8-82D3-2C031AE6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38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894585-122C-ED64-E5CE-6F098DCC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14ED3B-42CD-3099-8F68-2BD943AB7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85220D-63AD-0844-D0DD-F9B91358E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6F20D4-2A88-A560-1902-576738F3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A2D46A-6312-A842-F70C-895DDF47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B5A1A8-894C-C633-4268-F0867A7F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83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323F90-AC99-208C-2AF3-C09B68C1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037B9B-ED96-512B-2ADA-88E8B6400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9110BA-181B-B251-849A-4FDB8226E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0A2D19-93B7-B979-356B-E8293E70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C4248E-859C-2675-DE0C-39F8B634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73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0500C3-3678-D895-EAE2-F4024591E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E20B19-3FD0-56D6-B624-C4D2C4836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F5F582-516D-FEB4-0B5A-FACA5935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C7F017-660D-CDF3-156A-8D1D3BDD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A6B81C-7E65-FC5A-2BFB-2F4325B2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47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D4CB4B-9307-9C5E-FF57-0E6F24329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C185F6-BA2E-AB76-1C85-2DF30C913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AB8B8A-76E7-D8A4-D8D0-44C7EC178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8AE7E-05B7-4F99-B1D5-9E305137766C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17495A-19F5-99B8-0B69-A5E781690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660A4-7DA7-3759-71BD-79D7D066A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A1C7-476C-4912-A173-DBE3218C5B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4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CB238AA-5CCC-2A1B-F597-4F0885F0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86" y="453483"/>
            <a:ext cx="9099924" cy="631111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023E8C-B508-55DA-86DB-0195EB4F3EEC}"/>
              </a:ext>
            </a:extLst>
          </p:cNvPr>
          <p:cNvSpPr txBox="1"/>
          <p:nvPr/>
        </p:nvSpPr>
        <p:spPr>
          <a:xfrm>
            <a:off x="3962960" y="1417627"/>
            <a:ext cx="4844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highlight>
                  <a:srgbClr val="C0C0C0"/>
                </a:highlight>
              </a:rPr>
              <a:t>上部の項目を入力し、接続ボタンを押すと</a:t>
            </a:r>
            <a:endParaRPr kumimoji="1" lang="en-US" altLang="ja-JP" sz="1400" dirty="0">
              <a:highlight>
                <a:srgbClr val="C0C0C0"/>
              </a:highlight>
            </a:endParaRPr>
          </a:p>
          <a:p>
            <a:r>
              <a:rPr lang="ja-JP" altLang="en-US" sz="1400" dirty="0">
                <a:highlight>
                  <a:srgbClr val="C0C0C0"/>
                </a:highlight>
              </a:rPr>
              <a:t>対象の</a:t>
            </a:r>
            <a:r>
              <a:rPr lang="en-US" altLang="ja-JP" sz="1400" dirty="0">
                <a:highlight>
                  <a:srgbClr val="C0C0C0"/>
                </a:highlight>
              </a:rPr>
              <a:t>SQL</a:t>
            </a:r>
            <a:r>
              <a:rPr lang="ja-JP" altLang="en-US" sz="1400" dirty="0">
                <a:highlight>
                  <a:srgbClr val="C0C0C0"/>
                </a:highlight>
              </a:rPr>
              <a:t>サーバーに接続しテーブル一覧を取得します。</a:t>
            </a:r>
            <a:endParaRPr lang="en-US" altLang="ja-JP" sz="1400" dirty="0">
              <a:highlight>
                <a:srgbClr val="C0C0C0"/>
              </a:highlight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DFF38AD-6753-DEB8-7C01-F799A14A07AF}"/>
              </a:ext>
            </a:extLst>
          </p:cNvPr>
          <p:cNvSpPr/>
          <p:nvPr/>
        </p:nvSpPr>
        <p:spPr>
          <a:xfrm>
            <a:off x="343667" y="595281"/>
            <a:ext cx="9407887" cy="822346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96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A477B1BF-A7B3-72E0-4B8C-53A9C5D5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91" y="877229"/>
            <a:ext cx="7979967" cy="552357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0459C35-B709-14BD-AC79-73EA6A9E4A6C}"/>
              </a:ext>
            </a:extLst>
          </p:cNvPr>
          <p:cNvSpPr txBox="1"/>
          <p:nvPr/>
        </p:nvSpPr>
        <p:spPr>
          <a:xfrm>
            <a:off x="2803233" y="2056963"/>
            <a:ext cx="6827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highlight>
                  <a:srgbClr val="C0C0C0"/>
                </a:highlight>
              </a:rPr>
              <a:t>接続したサーバーのテーブル一覧が左のリストに表示され</a:t>
            </a:r>
            <a:endParaRPr kumimoji="1" lang="en-US" altLang="ja-JP" sz="1400" dirty="0">
              <a:highlight>
                <a:srgbClr val="C0C0C0"/>
              </a:highlight>
            </a:endParaRPr>
          </a:p>
          <a:p>
            <a:r>
              <a:rPr lang="ja-JP" altLang="en-US" sz="1400" dirty="0">
                <a:highlight>
                  <a:srgbClr val="C0C0C0"/>
                </a:highlight>
              </a:rPr>
              <a:t>テーブルを選択すると、下部のドロップダウンにテーブルの列情報が出てきます。</a:t>
            </a:r>
            <a:endParaRPr lang="en-US" altLang="ja-JP" sz="14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20265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8200-D75A-C8A5-AA41-A43FCFBC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1213725-4CDC-3468-DC0D-91BF7BA24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08" y="0"/>
            <a:ext cx="9907832" cy="68580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C2BEF4-3578-E5E3-D5FC-EB02D4258D90}"/>
              </a:ext>
            </a:extLst>
          </p:cNvPr>
          <p:cNvSpPr txBox="1"/>
          <p:nvPr/>
        </p:nvSpPr>
        <p:spPr>
          <a:xfrm>
            <a:off x="2899316" y="5380026"/>
            <a:ext cx="59298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ighlight>
                  <a:srgbClr val="C0C0C0"/>
                </a:highlight>
              </a:rPr>
              <a:t>ドロップダウンで選択した列を降順に並べ直してデータを取得します。</a:t>
            </a:r>
            <a:endParaRPr lang="en-US" altLang="ja-JP" sz="1400" dirty="0">
              <a:highlight>
                <a:srgbClr val="C0C0C0"/>
              </a:highlight>
            </a:endParaRPr>
          </a:p>
          <a:p>
            <a:r>
              <a:rPr lang="ja-JP" altLang="en-US" sz="1400" dirty="0">
                <a:highlight>
                  <a:srgbClr val="C0C0C0"/>
                </a:highlight>
              </a:rPr>
              <a:t>テストアプリなので上から</a:t>
            </a:r>
            <a:r>
              <a:rPr lang="en-US" altLang="ja-JP" sz="1400" dirty="0">
                <a:highlight>
                  <a:srgbClr val="C0C0C0"/>
                </a:highlight>
              </a:rPr>
              <a:t>50</a:t>
            </a:r>
            <a:r>
              <a:rPr lang="ja-JP" altLang="en-US" sz="1400" dirty="0">
                <a:highlight>
                  <a:srgbClr val="C0C0C0"/>
                </a:highlight>
              </a:rPr>
              <a:t>件取得。</a:t>
            </a:r>
            <a:endParaRPr lang="en-US" altLang="ja-JP" sz="1400" dirty="0">
              <a:highlight>
                <a:srgbClr val="C0C0C0"/>
              </a:highlight>
            </a:endParaRPr>
          </a:p>
          <a:p>
            <a:r>
              <a:rPr lang="ja-JP" altLang="en-US" sz="1400" dirty="0">
                <a:highlight>
                  <a:srgbClr val="C0C0C0"/>
                </a:highlight>
              </a:rPr>
              <a:t>今後件数の指定、日付の指定を出来るようにアップデート予定</a:t>
            </a:r>
            <a:endParaRPr lang="en-US" altLang="ja-JP" sz="14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2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860C8A2-C410-3864-D423-DD00CE79E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5" y="1087754"/>
            <a:ext cx="11403980" cy="5617591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36CA7A-9AAD-3479-2D09-72455894CEB1}"/>
              </a:ext>
            </a:extLst>
          </p:cNvPr>
          <p:cNvSpPr txBox="1"/>
          <p:nvPr/>
        </p:nvSpPr>
        <p:spPr>
          <a:xfrm>
            <a:off x="2870891" y="349090"/>
            <a:ext cx="6022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>
                <a:highlight>
                  <a:srgbClr val="C0C0C0"/>
                </a:highlight>
              </a:rPr>
              <a:t>アプリの保存ボタンでアプリと同一階層に</a:t>
            </a:r>
            <a:r>
              <a:rPr lang="en-US" altLang="ja-JP" sz="1400" dirty="0">
                <a:highlight>
                  <a:srgbClr val="C0C0C0"/>
                </a:highlight>
              </a:rPr>
              <a:t>csv</a:t>
            </a:r>
            <a:r>
              <a:rPr lang="ja-JP" altLang="en-US" sz="1400" dirty="0">
                <a:highlight>
                  <a:srgbClr val="C0C0C0"/>
                </a:highlight>
              </a:rPr>
              <a:t>ファイルで吐き出し可能。</a:t>
            </a:r>
            <a:endParaRPr lang="en-US" altLang="ja-JP" sz="1400" dirty="0">
              <a:highlight>
                <a:srgbClr val="C0C0C0"/>
              </a:highlight>
            </a:endParaRPr>
          </a:p>
          <a:p>
            <a:r>
              <a:rPr lang="ja-JP" altLang="en-US" sz="1400" dirty="0">
                <a:highlight>
                  <a:srgbClr val="C0C0C0"/>
                </a:highlight>
              </a:rPr>
              <a:t>ファイル名は</a:t>
            </a:r>
            <a:r>
              <a:rPr lang="en-US" altLang="ja-JP" sz="1400" dirty="0">
                <a:highlight>
                  <a:srgbClr val="C0C0C0"/>
                </a:highlight>
              </a:rPr>
              <a:t>[</a:t>
            </a:r>
            <a:r>
              <a:rPr lang="ja-JP" altLang="en-US" sz="1400" dirty="0">
                <a:highlight>
                  <a:srgbClr val="C0C0C0"/>
                </a:highlight>
              </a:rPr>
              <a:t>テーブル名</a:t>
            </a:r>
            <a:r>
              <a:rPr lang="en-US" altLang="ja-JP" sz="1400" dirty="0">
                <a:highlight>
                  <a:srgbClr val="C0C0C0"/>
                </a:highlight>
              </a:rPr>
              <a:t>]_[</a:t>
            </a:r>
            <a:r>
              <a:rPr lang="ja-JP" altLang="en-US" sz="1400" dirty="0">
                <a:highlight>
                  <a:srgbClr val="C0C0C0"/>
                </a:highlight>
              </a:rPr>
              <a:t>現在の日時</a:t>
            </a:r>
            <a:r>
              <a:rPr lang="en-US" altLang="ja-JP" sz="1400" dirty="0">
                <a:highlight>
                  <a:srgbClr val="C0C0C0"/>
                </a:highlight>
              </a:rPr>
              <a:t>].csv</a:t>
            </a:r>
            <a:r>
              <a:rPr lang="ja-JP" altLang="en-US" sz="1400" dirty="0">
                <a:highlight>
                  <a:srgbClr val="C0C0C0"/>
                </a:highlight>
              </a:rPr>
              <a:t>となります。</a:t>
            </a:r>
            <a:endParaRPr lang="en-US" altLang="ja-JP" sz="14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80152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</Words>
  <Application>Microsoft Office PowerPoint</Application>
  <PresentationFormat>ワイド画面</PresentationFormat>
  <Paragraphs>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Matsuki, Nobuyasu/松木 伸泰</dc:creator>
  <cp:lastModifiedBy>Matsuki, Nobuyasu/松木 伸泰</cp:lastModifiedBy>
  <cp:revision>1</cp:revision>
  <dcterms:created xsi:type="dcterms:W3CDTF">2026-01-20T08:28:57Z</dcterms:created>
  <dcterms:modified xsi:type="dcterms:W3CDTF">2026-01-20T08:44:29Z</dcterms:modified>
</cp:coreProperties>
</file>